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406" r:id="rId3"/>
    <p:sldId id="277" r:id="rId4"/>
    <p:sldId id="395" r:id="rId5"/>
    <p:sldId id="396" r:id="rId6"/>
    <p:sldId id="398" r:id="rId7"/>
    <p:sldId id="399" r:id="rId8"/>
    <p:sldId id="397" r:id="rId9"/>
    <p:sldId id="400" r:id="rId10"/>
    <p:sldId id="401" r:id="rId11"/>
    <p:sldId id="402" r:id="rId12"/>
    <p:sldId id="403" r:id="rId13"/>
    <p:sldId id="404" r:id="rId14"/>
    <p:sldId id="405" r:id="rId15"/>
    <p:sldId id="392" r:id="rId16"/>
    <p:sldId id="407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Вячеслав Луканкин" initials="ВЛ" lastIdx="1" clrIdx="0">
    <p:extLst>
      <p:ext uri="{19B8F6BF-5375-455C-9EA6-DF929625EA0E}">
        <p15:presenceInfo xmlns:p15="http://schemas.microsoft.com/office/powerpoint/2012/main" userId="6f027be5df5f3e5d" providerId="Windows Live"/>
      </p:ext>
    </p:extLst>
  </p:cmAuthor>
  <p:cmAuthor id="2" name="Kirill" initials="K" lastIdx="1" clrIdx="1">
    <p:extLst>
      <p:ext uri="{19B8F6BF-5375-455C-9EA6-DF929625EA0E}">
        <p15:presenceInfo xmlns:p15="http://schemas.microsoft.com/office/powerpoint/2012/main" userId="Kiri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131" autoAdjust="0"/>
    <p:restoredTop sz="94660"/>
  </p:normalViewPr>
  <p:slideViewPr>
    <p:cSldViewPr snapToGrid="0">
      <p:cViewPr>
        <p:scale>
          <a:sx n="75" d="100"/>
          <a:sy n="75" d="100"/>
        </p:scale>
        <p:origin x="509" y="5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A40AD2-A484-41DE-BC06-FF4325DD9370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38A1DE-1B09-4630-AD73-E75276FD1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3821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358A63-ABBF-475F-8942-5346544E5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7A071A9-1EAA-419C-ADE0-5541777059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9A5306-0BE0-4F25-9D1F-3E418A731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BC9E1-008F-428F-8A9F-3C944305E04A}" type="datetime1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19166B-51E3-4BAB-AE8A-920E54BC3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C8733A-FC1E-474E-9D39-9159D9630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9533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BE857-308E-4CEA-AF5F-99C9CB661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556B8A-6F38-4DFC-8B2F-24A567E29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6FEE21-AFF9-482F-A8E4-44272C9A9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DC786-1C11-44A5-841D-7669A0A8111E}" type="datetime1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25EF61-9185-4FFE-A986-D95DE645A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571ACD-3238-4E36-8113-488E09F83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2970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0896BA-5C88-4C07-B3D7-2044241D8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502A988-7CBA-4944-8381-F24605563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F29DF6-955D-41E9-A057-474D62E1F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C6E36-1A35-4E09-9B75-6CCD6BD873F9}" type="datetime1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944680-DDC4-4817-A45E-901E95494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DBD49C-C91F-4C13-B31C-274F8DF34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9784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FDB464-A9AB-402B-891A-22A2FC783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0F1E28-D346-453B-B7D6-F02B0819A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BC014FE-AF55-4BA6-9CDE-A838B29B3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064BCED-6D25-4BEA-AB51-E62ABDD52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2A5CE-209B-41EE-850D-02E0F3A9AE55}" type="datetime1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BD33B8F-1A69-4569-9038-04B546406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7672E17-65F2-4C25-8099-280566671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3903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FB15E0-82BF-4444-BB89-85283A661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F0EF1FB-AC4A-4E74-9A38-78AFCEED3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97EFEDF-D487-4B5E-AF66-6F339BEF83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6B51D8E-55F8-4662-A140-50A747E9EE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5794CF7-571A-4107-980E-667448295A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397E7D1-D709-442F-8019-1CCF97409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6D0FA-9E98-4D44-932C-E76CCAE0F896}" type="datetime1">
              <a:rPr lang="ru-RU" smtClean="0"/>
              <a:t>02.04.2026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0F53CF0-BDCD-4D90-A65E-D428622E9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9481C43-B42A-459A-B056-42E1BBCC7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3281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87B466-CA56-4410-8E76-042EA4CDB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E028F0B-387D-4317-96A7-04617F418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BD9CF-0E86-4ACD-94E5-1BFFB7E28F09}" type="datetime1">
              <a:rPr lang="ru-RU" smtClean="0"/>
              <a:t>02.04.2026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486C09C-6D0F-49A1-BFC9-E4E818452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16AA7C5-B8FE-47C0-B86D-6AF5E45D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6728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D7ED060-5746-4E21-9146-5C5202E5E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5F5D0-687B-406B-BBAE-3FDF0FECB765}" type="datetime1">
              <a:rPr lang="ru-RU" smtClean="0"/>
              <a:t>02.04.2026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D8C9ADF-04F3-447D-B29A-4A0251B69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398F01F-FCEA-446F-8020-AE631A8A7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9939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AFE121-6D9A-4149-9294-84C11508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AD605C-6F54-45CC-A127-C7BF96228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B4760B6-B5F9-462B-9742-03D50D957A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AFF12AA-AF02-4151-8CD5-4AE0ABA15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95B94-352E-4AA3-92DB-00F08D14BC6C}" type="datetime1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753B46D-34D0-4704-859E-985A14326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9748175-163B-42F9-BAC6-7911DEA34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736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ED9FED-E67C-4EBE-8FEF-2CFB95B2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5DE4B39-165C-41F1-B516-2DBA0126F7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57E89E5-A1BA-4141-BB60-8521E014A2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6CBB5F8-2406-4A46-A4E9-EF7080F13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0BDE8-BE82-4DF7-A85D-5BBEADE769DD}" type="datetime1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EA51798-84DC-4B33-958D-140F10BC5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D03646F-AE6D-4254-B690-5B693C69D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0212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9CF9CB-E5B9-49EE-A410-EC9ED71BC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14DB5C6-DC03-4477-85F9-6433D887C6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684CCB-C517-47BE-BB26-15BD40396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A8609-FCE7-4971-8D4D-0A5E9E815CBF}" type="datetime1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D6CD1B-4233-4941-A2BA-8870DF127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87A19F-F4A9-4BCA-937F-8B73AEBCC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7490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2EF9B79-FE79-443E-B993-FEC3722F98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7F2FEEB-D4BE-47FF-AD52-5FB6BB9356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C00FB2-4BDB-4C0B-8FC1-E08147ED8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2F98-8DBD-400C-B251-C733B32AF5D0}" type="datetime1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CC2382-E973-44F4-AD00-C9DFB90BE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F8DED7-04D7-46BD-A0C4-70E38AF38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5235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86AC2E-B3EA-4BF3-94D4-81EB6E89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272F78-F218-4D49-8772-19BABE8F7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9AF030-432C-4C96-9178-27AF307FEE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EC1102-B0A2-4BF1-9A31-5AE07E32093E}" type="datetime1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6E083B-B573-43DA-AD92-45E5FE3E8A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965E0F-8B71-4FE9-9942-61D38CCA89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4039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415070-8EC7-4896-93E4-CD79ED0A84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Технология реверс-инжиниринга</a:t>
            </a:r>
            <a:b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Задание 3. </a:t>
            </a:r>
            <a:b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F23117D-CE7D-427A-BCCB-F5233B6C72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89558" y="4850296"/>
            <a:ext cx="3201726" cy="1713222"/>
          </a:xfrm>
        </p:spPr>
        <p:txBody>
          <a:bodyPr>
            <a:norm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Презентацию выполнили студенты ТКИ-341 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Бахров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Кирилл Сергеевич, 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Луканкин Вячеслав Сергеевич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Наставники: 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Сидоренко Валентина Геннадьевна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Сафронов Антон Игоревич</a:t>
            </a:r>
          </a:p>
        </p:txBody>
      </p:sp>
    </p:spTree>
    <p:extLst>
      <p:ext uri="{BB962C8B-B14F-4D97-AF65-F5344CB8AC3E}">
        <p14:creationId xmlns:p14="http://schemas.microsoft.com/office/powerpoint/2010/main" val="1404166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624F69-3619-431E-AA4D-0722A4390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9" y="-96514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Оглавление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055FEA-42C0-4DE7-AD62-240C91EBA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920" y="1083076"/>
            <a:ext cx="11896078" cy="5093887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 исполняемого файла…………………………………………………….3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ILSPY…………………………………………………………………………4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Reflector…………………………………………………………………..8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Расчеты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………………………………………………………………………13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Анализ...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……………………………………………………………………..15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………………………………………………………………………..1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B0BBA65-B506-4E8C-BF12-0A9EB0E3C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9602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3F0E18-C3AF-43C2-9EF6-D27A92387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74463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 исполняемого файла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4C067A-428D-43BE-871F-FB2E5838B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7494" y="6356350"/>
            <a:ext cx="2743200" cy="365125"/>
          </a:xfrm>
        </p:spPr>
        <p:txBody>
          <a:bodyPr/>
          <a:lstStyle/>
          <a:p>
            <a:fld id="{86345341-AD40-4D83-930C-9F0B02CE091E}" type="slidenum">
              <a:rPr lang="ru-RU" smtClean="0"/>
              <a:t>3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D926D75-3CE4-4BAC-80A5-37AE84A4ED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20" y="550918"/>
            <a:ext cx="5351756" cy="5600231"/>
          </a:xfrm>
          <a:prstGeom prst="rect">
            <a:avLst/>
          </a:prstGeom>
        </p:spPr>
      </p:pic>
      <p:pic>
        <p:nvPicPr>
          <p:cNvPr id="10" name="Объект 9">
            <a:extLst>
              <a:ext uri="{FF2B5EF4-FFF2-40B4-BE49-F238E27FC236}">
                <a16:creationId xmlns:a16="http://schemas.microsoft.com/office/drawing/2014/main" id="{138ED8C3-B7F9-4869-8C21-26D12275A5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7230" y="550917"/>
            <a:ext cx="3418794" cy="5605903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30AD0E3-E782-4C31-A39F-C094EFF31370}"/>
              </a:ext>
            </a:extLst>
          </p:cNvPr>
          <p:cNvSpPr txBox="1"/>
          <p:nvPr/>
        </p:nvSpPr>
        <p:spPr>
          <a:xfrm>
            <a:off x="1345052" y="6356350"/>
            <a:ext cx="2841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Код программы на языке </a:t>
            </a:r>
            <a:r>
              <a:rPr lang="en-US" dirty="0"/>
              <a:t>C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83E847-14D9-427D-A18E-6EFA9274215A}"/>
              </a:ext>
            </a:extLst>
          </p:cNvPr>
          <p:cNvSpPr txBox="1"/>
          <p:nvPr/>
        </p:nvSpPr>
        <p:spPr>
          <a:xfrm>
            <a:off x="6399732" y="6356350"/>
            <a:ext cx="2956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Код программы на языке</a:t>
            </a:r>
            <a:r>
              <a:rPr lang="en-US" dirty="0"/>
              <a:t> C#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6588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8871BC-C908-47C8-9EFA-455886680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ILSpy</a:t>
            </a: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427255A3-0167-48E4-9A7D-C817E9663D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81" y="1343818"/>
            <a:ext cx="7131154" cy="5383642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841F2A-FC93-4E9A-94E2-6085DC353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4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46AD22-1D36-45E7-B27E-79DEF47320D2}"/>
              </a:ext>
            </a:extLst>
          </p:cNvPr>
          <p:cNvSpPr txBox="1"/>
          <p:nvPr/>
        </p:nvSpPr>
        <p:spPr>
          <a:xfrm>
            <a:off x="7306235" y="1343818"/>
            <a:ext cx="475566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Декомпиллированный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код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FermaTest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7168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8871BC-C908-47C8-9EFA-455886680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68072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ILSpy</a:t>
            </a: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841F2A-FC93-4E9A-94E2-6085DC353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5</a:t>
            </a:fld>
            <a:endParaRPr lang="ru-RU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CE510C09-42F9-4957-B7B4-BF52532CEB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835818"/>
            <a:ext cx="2466109" cy="5963890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BCFD7AE-B254-4F8F-923C-9CFB4D0DDC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140" y="835818"/>
            <a:ext cx="4285393" cy="596389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4357330-CB47-4C4F-A151-368946DAA0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3566" y="839446"/>
            <a:ext cx="4086838" cy="59602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336F035-F0D8-44FE-B1B2-1D9EFA74BD2A}"/>
              </a:ext>
            </a:extLst>
          </p:cNvPr>
          <p:cNvSpPr txBox="1"/>
          <p:nvPr/>
        </p:nvSpPr>
        <p:spPr>
          <a:xfrm>
            <a:off x="3859328" y="466486"/>
            <a:ext cx="4766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FermaTest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Объект 8">
            <a:extLst>
              <a:ext uri="{FF2B5EF4-FFF2-40B4-BE49-F238E27FC236}">
                <a16:creationId xmlns:a16="http://schemas.microsoft.com/office/drawing/2014/main" id="{86FCE245-0E16-4B74-8D6E-FD8FFAFC36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75" y="835818"/>
            <a:ext cx="2466109" cy="596389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52BD407-77D9-4940-8AF7-C3F6D43107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6416" y="835818"/>
            <a:ext cx="4285393" cy="596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772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8871BC-C908-47C8-9EFA-455886680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68072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ILSpy</a:t>
            </a: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841F2A-FC93-4E9A-94E2-6085DC353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6</a:t>
            </a:fld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36F035-F0D8-44FE-B1B2-1D9EFA74BD2A}"/>
              </a:ext>
            </a:extLst>
          </p:cNvPr>
          <p:cNvSpPr txBox="1"/>
          <p:nvPr/>
        </p:nvSpPr>
        <p:spPr>
          <a:xfrm>
            <a:off x="327235" y="2727611"/>
            <a:ext cx="3274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Декомпиллированный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код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A9F8080E-49EE-4DEC-93D6-245EE41DB6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1835"/>
            <a:ext cx="5379209" cy="1717876"/>
          </a:xfr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DC4A456-9092-4D6A-BBBB-DA5F60369C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4097" y="0"/>
            <a:ext cx="5051503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B60C7B8-BCED-4D83-911A-D839FF0612FD}"/>
              </a:ext>
            </a:extLst>
          </p:cNvPr>
          <p:cNvSpPr txBox="1"/>
          <p:nvPr/>
        </p:nvSpPr>
        <p:spPr>
          <a:xfrm>
            <a:off x="2129851" y="6171684"/>
            <a:ext cx="33342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06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8871BC-C908-47C8-9EFA-455886680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68072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ILSpy</a:t>
            </a:r>
            <a:endParaRPr lang="ru-RU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841F2A-FC93-4E9A-94E2-6085DC353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7</a:t>
            </a:fld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36F035-F0D8-44FE-B1B2-1D9EFA74BD2A}"/>
              </a:ext>
            </a:extLst>
          </p:cNvPr>
          <p:cNvSpPr txBox="1"/>
          <p:nvPr/>
        </p:nvSpPr>
        <p:spPr>
          <a:xfrm>
            <a:off x="112082" y="4039612"/>
            <a:ext cx="3620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Декомпиллированный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код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ModExp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60C7B8-BCED-4D83-911A-D839FF0612FD}"/>
              </a:ext>
            </a:extLst>
          </p:cNvPr>
          <p:cNvSpPr txBox="1"/>
          <p:nvPr/>
        </p:nvSpPr>
        <p:spPr>
          <a:xfrm>
            <a:off x="8216887" y="6093263"/>
            <a:ext cx="3680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ModExp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2C470D72-EED6-451B-95CE-4D9BFFCCC0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14976"/>
            <a:ext cx="5461338" cy="2936588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C72839F-99B8-43B0-8509-B3545F5570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2812" y="0"/>
            <a:ext cx="2376956" cy="6786282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F956F23-1FAD-4B5D-B43D-9139B810B4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241" y="0"/>
            <a:ext cx="4070759" cy="6101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521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8B6D46-D857-4ACF-B698-ED1D25066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1718" y="-252413"/>
            <a:ext cx="10515600" cy="1325563"/>
          </a:xfrm>
        </p:spPr>
        <p:txBody>
          <a:bodyPr/>
          <a:lstStyle/>
          <a:p>
            <a:r>
              <a:rPr lang="en-US" dirty="0" err="1"/>
              <a:t>.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reflector</a:t>
            </a:r>
            <a:endParaRPr lang="ru-RU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B302D3B5-E29A-47AA-A8B1-77CD8D20DB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802119"/>
            <a:ext cx="3998259" cy="5554231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9243D49-FDA9-431C-919E-D4E3DDB0B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8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76D5442-F3D9-48A6-92C6-B4817808D2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9223" y="679373"/>
            <a:ext cx="4601111" cy="56769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A62938C-D260-41CE-A37D-581C1E5BDEBA}"/>
              </a:ext>
            </a:extLst>
          </p:cNvPr>
          <p:cNvSpPr txBox="1"/>
          <p:nvPr/>
        </p:nvSpPr>
        <p:spPr>
          <a:xfrm>
            <a:off x="249570" y="6318063"/>
            <a:ext cx="3820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FermaTest</a:t>
            </a:r>
            <a:r>
              <a:rPr lang="en-US" dirty="0"/>
              <a:t> </a:t>
            </a:r>
            <a:r>
              <a:rPr lang="ru-RU" dirty="0" err="1"/>
              <a:t>декомпиллированный</a:t>
            </a:r>
            <a:r>
              <a:rPr lang="ru-RU" dirty="0"/>
              <a:t> код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88BC72-7D04-4305-A666-1829030B8AF1}"/>
              </a:ext>
            </a:extLst>
          </p:cNvPr>
          <p:cNvSpPr txBox="1"/>
          <p:nvPr/>
        </p:nvSpPr>
        <p:spPr>
          <a:xfrm>
            <a:off x="4840940" y="6318063"/>
            <a:ext cx="4618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FermaTest</a:t>
            </a:r>
            <a:r>
              <a:rPr lang="en-US" dirty="0"/>
              <a:t> </a:t>
            </a:r>
            <a:r>
              <a:rPr lang="ru-RU" dirty="0"/>
              <a:t>дизассемблированный код часть 1</a:t>
            </a:r>
          </a:p>
        </p:txBody>
      </p:sp>
    </p:spTree>
    <p:extLst>
      <p:ext uri="{BB962C8B-B14F-4D97-AF65-F5344CB8AC3E}">
        <p14:creationId xmlns:p14="http://schemas.microsoft.com/office/powerpoint/2010/main" val="4257738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8B6D46-D857-4ACF-B698-ED1D25066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1718" y="-252413"/>
            <a:ext cx="10515600" cy="1325563"/>
          </a:xfrm>
        </p:spPr>
        <p:txBody>
          <a:bodyPr/>
          <a:lstStyle/>
          <a:p>
            <a:r>
              <a:rPr lang="en-US" dirty="0" err="1"/>
              <a:t>.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reflector</a:t>
            </a:r>
            <a:endParaRPr lang="ru-RU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9243D49-FDA9-431C-919E-D4E3DDB0B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9</a:t>
            </a:fld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88BC72-7D04-4305-A666-1829030B8AF1}"/>
              </a:ext>
            </a:extLst>
          </p:cNvPr>
          <p:cNvSpPr txBox="1"/>
          <p:nvPr/>
        </p:nvSpPr>
        <p:spPr>
          <a:xfrm>
            <a:off x="4840940" y="6318063"/>
            <a:ext cx="4618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FermaTest</a:t>
            </a:r>
            <a:r>
              <a:rPr lang="en-US" dirty="0"/>
              <a:t> </a:t>
            </a:r>
            <a:r>
              <a:rPr lang="ru-RU" dirty="0"/>
              <a:t>дизассемблированный код часть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C58161-B951-4415-9D48-CA7CFEC91138}"/>
              </a:ext>
            </a:extLst>
          </p:cNvPr>
          <p:cNvSpPr txBox="1"/>
          <p:nvPr/>
        </p:nvSpPr>
        <p:spPr>
          <a:xfrm>
            <a:off x="60959" y="6354246"/>
            <a:ext cx="4618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FermaTest</a:t>
            </a:r>
            <a:r>
              <a:rPr lang="en-US" dirty="0"/>
              <a:t> </a:t>
            </a:r>
            <a:r>
              <a:rPr lang="ru-RU" dirty="0"/>
              <a:t>дизассемблированный код часть 2</a:t>
            </a:r>
          </a:p>
        </p:txBody>
      </p:sp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7C8C25D3-42F7-4EEF-910D-03B8D455BC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866141"/>
            <a:ext cx="4679789" cy="5533484"/>
          </a:xfr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DCF101A-1323-445B-B9BF-54FB4AB99A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5056" y="1901725"/>
            <a:ext cx="3961675" cy="3549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489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8B6D46-D857-4ACF-B698-ED1D25066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1718" y="-252413"/>
            <a:ext cx="10515600" cy="1325563"/>
          </a:xfrm>
        </p:spPr>
        <p:txBody>
          <a:bodyPr/>
          <a:lstStyle/>
          <a:p>
            <a:r>
              <a:rPr lang="en-US" dirty="0" err="1"/>
              <a:t>.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reflector</a:t>
            </a:r>
            <a:endParaRPr lang="ru-RU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9243D49-FDA9-431C-919E-D4E3DDB0B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10</a:t>
            </a:fld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88BC72-7D04-4305-A666-1829030B8AF1}"/>
              </a:ext>
            </a:extLst>
          </p:cNvPr>
          <p:cNvSpPr txBox="1"/>
          <p:nvPr/>
        </p:nvSpPr>
        <p:spPr>
          <a:xfrm>
            <a:off x="5726048" y="6128544"/>
            <a:ext cx="3391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Main </a:t>
            </a:r>
            <a:r>
              <a:rPr lang="ru-RU" dirty="0" err="1"/>
              <a:t>декомпиллированный</a:t>
            </a:r>
            <a:r>
              <a:rPr lang="ru-RU" dirty="0"/>
              <a:t> код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C58161-B951-4415-9D48-CA7CFEC91138}"/>
              </a:ext>
            </a:extLst>
          </p:cNvPr>
          <p:cNvSpPr txBox="1"/>
          <p:nvPr/>
        </p:nvSpPr>
        <p:spPr>
          <a:xfrm>
            <a:off x="224117" y="6128544"/>
            <a:ext cx="3398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Main </a:t>
            </a:r>
            <a:r>
              <a:rPr lang="ru-RU" dirty="0"/>
              <a:t>дизассемблированный код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8FA6F28-E0CA-4938-BF50-6CA2B541DC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7972" y="2551533"/>
            <a:ext cx="7390680" cy="187082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7B663CA-595B-453E-BE1C-BDF94065C1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3" y="736642"/>
            <a:ext cx="4048690" cy="539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8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8B6D46-D857-4ACF-B698-ED1D25066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1718" y="-252413"/>
            <a:ext cx="10515600" cy="1325563"/>
          </a:xfrm>
        </p:spPr>
        <p:txBody>
          <a:bodyPr/>
          <a:lstStyle/>
          <a:p>
            <a:r>
              <a:rPr lang="en-US" dirty="0" err="1"/>
              <a:t>.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reflector</a:t>
            </a:r>
            <a:endParaRPr lang="ru-RU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9243D49-FDA9-431C-919E-D4E3DDB0B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11</a:t>
            </a:fld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88BC72-7D04-4305-A666-1829030B8AF1}"/>
              </a:ext>
            </a:extLst>
          </p:cNvPr>
          <p:cNvSpPr txBox="1"/>
          <p:nvPr/>
        </p:nvSpPr>
        <p:spPr>
          <a:xfrm>
            <a:off x="5726048" y="6365462"/>
            <a:ext cx="4428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ModExp</a:t>
            </a:r>
            <a:r>
              <a:rPr lang="en-US" dirty="0"/>
              <a:t> </a:t>
            </a:r>
            <a:r>
              <a:rPr lang="ru-RU" dirty="0"/>
              <a:t>дизассемблированный код часть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C58161-B951-4415-9D48-CA7CFEC91138}"/>
              </a:ext>
            </a:extLst>
          </p:cNvPr>
          <p:cNvSpPr txBox="1"/>
          <p:nvPr/>
        </p:nvSpPr>
        <p:spPr>
          <a:xfrm>
            <a:off x="286870" y="6352143"/>
            <a:ext cx="3630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ModExp</a:t>
            </a:r>
            <a:r>
              <a:rPr lang="en-US" dirty="0"/>
              <a:t> </a:t>
            </a:r>
            <a:r>
              <a:rPr lang="ru-RU" dirty="0" err="1"/>
              <a:t>декомпиллированный</a:t>
            </a:r>
            <a:r>
              <a:rPr lang="ru-RU" dirty="0"/>
              <a:t> код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9788D0-EA49-4206-BB1A-947AD84B85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5" y="1073150"/>
            <a:ext cx="4555684" cy="495113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EA7C984-B431-4B50-9B1F-889581BA9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622" y="738560"/>
            <a:ext cx="4555684" cy="5608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680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8B6D46-D857-4ACF-B698-ED1D25066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1718" y="-252413"/>
            <a:ext cx="10515600" cy="1325563"/>
          </a:xfrm>
        </p:spPr>
        <p:txBody>
          <a:bodyPr/>
          <a:lstStyle/>
          <a:p>
            <a:r>
              <a:rPr lang="en-US" dirty="0" err="1"/>
              <a:t>.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Net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reflector</a:t>
            </a:r>
            <a:endParaRPr lang="ru-RU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9243D49-FDA9-431C-919E-D4E3DDB0B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12</a:t>
            </a:fld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88BC72-7D04-4305-A666-1829030B8AF1}"/>
              </a:ext>
            </a:extLst>
          </p:cNvPr>
          <p:cNvSpPr txBox="1"/>
          <p:nvPr/>
        </p:nvSpPr>
        <p:spPr>
          <a:xfrm>
            <a:off x="4186518" y="3030592"/>
            <a:ext cx="76803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ModExp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дизассемблированный код часть 2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A81C0CB-FE02-42B7-AFF0-C46EF5193F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72" y="944524"/>
            <a:ext cx="4096146" cy="554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729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8B6D46-D857-4ACF-B698-ED1D25066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1718" y="-252413"/>
            <a:ext cx="10515600" cy="1325563"/>
          </a:xfrm>
        </p:spPr>
        <p:txBody>
          <a:bodyPr/>
          <a:lstStyle/>
          <a:p>
            <a:r>
              <a:rPr lang="ru-RU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Расчеты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9243D49-FDA9-431C-919E-D4E3DDB0B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13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5051232-4A1B-4A8E-81FF-9DE14F698C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8366"/>
            <a:ext cx="5855855" cy="54420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191C607-E495-4785-8F79-A1A9D9543F70}"/>
              </a:ext>
            </a:extLst>
          </p:cNvPr>
          <p:cNvSpPr txBox="1"/>
          <p:nvPr/>
        </p:nvSpPr>
        <p:spPr>
          <a:xfrm>
            <a:off x="6748623" y="2505352"/>
            <a:ext cx="5131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Двоичный код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FermaTest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hex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редакторе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7F3B85-AD1F-4492-B53A-BC4F70FA1569}"/>
              </a:ext>
            </a:extLst>
          </p:cNvPr>
          <p:cNvSpPr txBox="1"/>
          <p:nvPr/>
        </p:nvSpPr>
        <p:spPr>
          <a:xfrm>
            <a:off x="1468582" y="6210428"/>
            <a:ext cx="197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Расчеты энтропии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9C61216-8903-42BC-AAD1-84669270B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064283"/>
            <a:ext cx="5933066" cy="75311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6C139F6-CB01-4993-9C56-6AD908B837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8500" y="4486424"/>
            <a:ext cx="6000856" cy="114424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A16EAC1-2AD8-44CF-92A2-0EE41666B0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4501" y="777942"/>
            <a:ext cx="6137499" cy="166741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ED43F60-A513-4C4B-8776-F3B06DB7EF22}"/>
              </a:ext>
            </a:extLst>
          </p:cNvPr>
          <p:cNvSpPr txBox="1"/>
          <p:nvPr/>
        </p:nvSpPr>
        <p:spPr>
          <a:xfrm>
            <a:off x="6241001" y="4057095"/>
            <a:ext cx="5855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Начало функции </a:t>
            </a:r>
            <a:r>
              <a:rPr lang="en-GB" dirty="0" err="1"/>
              <a:t>FermaTest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1BB0C4-5E92-4715-8278-3EF46A71F419}"/>
              </a:ext>
            </a:extLst>
          </p:cNvPr>
          <p:cNvSpPr txBox="1"/>
          <p:nvPr/>
        </p:nvSpPr>
        <p:spPr>
          <a:xfrm>
            <a:off x="6241001" y="5819400"/>
            <a:ext cx="2715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Конец функции </a:t>
            </a:r>
            <a:r>
              <a:rPr lang="en-GB" dirty="0" err="1"/>
              <a:t>FermaTest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6239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8B6D46-D857-4ACF-B698-ED1D25066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1718" y="-252413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Hex 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редактор для функций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9243D49-FDA9-431C-919E-D4E3DDB0B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14</a:t>
            </a:fld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91C607-E495-4785-8F79-A1A9D9543F70}"/>
              </a:ext>
            </a:extLst>
          </p:cNvPr>
          <p:cNvSpPr txBox="1"/>
          <p:nvPr/>
        </p:nvSpPr>
        <p:spPr>
          <a:xfrm>
            <a:off x="-71718" y="1766084"/>
            <a:ext cx="4622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Двоичный код функции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hex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редакторе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F2C1AE-6E1F-49CF-AD7D-176CC8099242}"/>
              </a:ext>
            </a:extLst>
          </p:cNvPr>
          <p:cNvSpPr txBox="1"/>
          <p:nvPr/>
        </p:nvSpPr>
        <p:spPr>
          <a:xfrm>
            <a:off x="163793" y="4089947"/>
            <a:ext cx="4968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Двоичный код функции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ModExp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hex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редакторе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11FD9C-ED12-4A6F-B59E-019D31E1E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3277" y="687552"/>
            <a:ext cx="3765791" cy="318808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68595C7-224C-4240-A661-FCEFD8E82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15563"/>
            <a:ext cx="7894312" cy="85343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E1EA14B-6FD8-4C43-910A-068CA4C555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9371" y="4277030"/>
            <a:ext cx="6070382" cy="100872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D2CD1F3-9EC7-45B7-853C-FB402466A4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9370" y="5435035"/>
            <a:ext cx="6147303" cy="735414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1380599-2EFB-4127-8D09-A3C2B0A604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793" y="2501817"/>
            <a:ext cx="7925002" cy="144600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B30088F-BE95-4E6E-91F1-2CAAF4D283BA}"/>
              </a:ext>
            </a:extLst>
          </p:cNvPr>
          <p:cNvSpPr txBox="1"/>
          <p:nvPr/>
        </p:nvSpPr>
        <p:spPr>
          <a:xfrm>
            <a:off x="9166402" y="262477"/>
            <a:ext cx="1999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Адреса кода </a:t>
            </a:r>
            <a:r>
              <a:rPr lang="en-GB" dirty="0"/>
              <a:t>main</a:t>
            </a:r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603DC9-88F8-4EF7-B430-80C857C09F90}"/>
              </a:ext>
            </a:extLst>
          </p:cNvPr>
          <p:cNvSpPr txBox="1"/>
          <p:nvPr/>
        </p:nvSpPr>
        <p:spPr>
          <a:xfrm>
            <a:off x="2239395" y="5101091"/>
            <a:ext cx="3487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Начало и конец функции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ModExp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234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14388E-C6D1-400F-92D8-EA29202F5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результатов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22527C7-DC65-4214-B09F-3D17776A6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15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44AEBF4-3B46-4B0E-B01E-151A49E12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82568"/>
            <a:ext cx="9655907" cy="28734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B7EE7F-3436-42B1-ACD4-A050389A66ED}"/>
              </a:ext>
            </a:extLst>
          </p:cNvPr>
          <p:cNvSpPr txBox="1"/>
          <p:nvPr/>
        </p:nvSpPr>
        <p:spPr>
          <a:xfrm>
            <a:off x="0" y="1048008"/>
            <a:ext cx="11734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ru-RU" sz="1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Было посчитано количество строк дизассемблированного кода каждой функции в каждом инструменте</a:t>
            </a:r>
            <a:br>
              <a:rPr lang="ru-RU" altLang="ru-RU" sz="1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9603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14388E-C6D1-400F-92D8-EA29202F5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22527C7-DC65-4214-B09F-3D17776A6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16</a:t>
            </a:fld>
            <a:endParaRPr lang="ru-RU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3817FD7-3A42-4103-8398-7430CA217B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2240" y="980052"/>
            <a:ext cx="11724640" cy="3441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5392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Успешность восстановления кода</a:t>
            </a: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Конвертация исполняемого файла в исходный код прошла успешно уже с первой итерации. Оба использованных инструмента позволили получить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декомпиллированный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дизассемблированный код, пригодный для анализа.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инструментов</a:t>
            </a: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ILSpy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.NET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Reflector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показали практически идентичные результаты декомпиляции. Однако стоит отметить, что .NET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Reflector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обладает удобным и понятным интерфейсом.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низкоуровневого представления</a:t>
            </a: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 помощью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hex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-редактора был изучен двоичный код функций 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и 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ModExp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Проведены расчёты энтропии, что позволило оценить степень случайности и структурированности машинного кода.</a:t>
            </a:r>
            <a:br>
              <a:rPr kumimoji="0" lang="en-GB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6043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722</TotalTime>
  <Words>308</Words>
  <Application>Microsoft Office PowerPoint</Application>
  <PresentationFormat>Широкоэкранный</PresentationFormat>
  <Paragraphs>68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Тема Office</vt:lpstr>
      <vt:lpstr>Технология реверс-инжиниринга Задание 3.  </vt:lpstr>
      <vt:lpstr>Оглавление</vt:lpstr>
      <vt:lpstr>Код исполняемого файла</vt:lpstr>
      <vt:lpstr>ILSpy</vt:lpstr>
      <vt:lpstr>ILSpy</vt:lpstr>
      <vt:lpstr>ILSpy</vt:lpstr>
      <vt:lpstr>ILSpy</vt:lpstr>
      <vt:lpstr>.Net reflector</vt:lpstr>
      <vt:lpstr>.Net reflector</vt:lpstr>
      <vt:lpstr>.Net reflector</vt:lpstr>
      <vt:lpstr>.Net reflector</vt:lpstr>
      <vt:lpstr>.Net reflector</vt:lpstr>
      <vt:lpstr>Расчеты</vt:lpstr>
      <vt:lpstr>Hex редактор для функций</vt:lpstr>
      <vt:lpstr>Анализ результатов</vt:lpstr>
      <vt:lpstr>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Технология реверс-инжиниринга Задание 1. Сравнение энтропии неупакованного и упакованного файлов</dc:title>
  <dc:creator>Вячеслав Луканкин</dc:creator>
  <cp:lastModifiedBy>Вячеслав Луканкин</cp:lastModifiedBy>
  <cp:revision>107</cp:revision>
  <dcterms:created xsi:type="dcterms:W3CDTF">2026-02-12T07:50:40Z</dcterms:created>
  <dcterms:modified xsi:type="dcterms:W3CDTF">2026-04-02T08:02:34Z</dcterms:modified>
</cp:coreProperties>
</file>